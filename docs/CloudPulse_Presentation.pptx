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59" autoAdjust="0"/>
  </p:normalViewPr>
  <p:slideViewPr>
    <p:cSldViewPr snapToGrid="0" snapToObjects="1">
      <p:cViewPr varScale="1">
        <p:scale>
          <a:sx n="70" d="100"/>
          <a:sy n="70" d="100"/>
        </p:scale>
        <p:origin x="113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n Gowda KS" userId="e330c3c2cd1e0a77" providerId="LiveId" clId="{C20AF72D-2827-4EEC-A919-2EEA1406D1C0}"/>
    <pc:docChg chg="custSel modSld">
      <pc:chgData name="Srujan Gowda KS" userId="e330c3c2cd1e0a77" providerId="LiveId" clId="{C20AF72D-2827-4EEC-A919-2EEA1406D1C0}" dt="2026-10-15T20:00:04.744" v="15" actId="1076"/>
      <pc:docMkLst>
        <pc:docMk/>
      </pc:docMkLst>
      <pc:sldChg chg="addSp delSp modSp mod">
        <pc:chgData name="Srujan Gowda KS" userId="e330c3c2cd1e0a77" providerId="LiveId" clId="{C20AF72D-2827-4EEC-A919-2EEA1406D1C0}" dt="2026-10-15T20:00:04.744" v="15" actId="1076"/>
        <pc:sldMkLst>
          <pc:docMk/>
          <pc:sldMk cId="0" sldId="258"/>
        </pc:sldMkLst>
        <pc:picChg chg="del">
          <ac:chgData name="Srujan Gowda KS" userId="e330c3c2cd1e0a77" providerId="LiveId" clId="{C20AF72D-2827-4EEC-A919-2EEA1406D1C0}" dt="2026-10-15T19:59:32.606" v="10" actId="478"/>
          <ac:picMkLst>
            <pc:docMk/>
            <pc:sldMk cId="0" sldId="258"/>
            <ac:picMk id="10" creationId="{00000000-0000-0000-0000-000000000000}"/>
          </ac:picMkLst>
        </pc:picChg>
        <pc:picChg chg="add mod">
          <ac:chgData name="Srujan Gowda KS" userId="e330c3c2cd1e0a77" providerId="LiveId" clId="{C20AF72D-2827-4EEC-A919-2EEA1406D1C0}" dt="2026-10-15T20:00:04.744" v="15" actId="1076"/>
          <ac:picMkLst>
            <pc:docMk/>
            <pc:sldMk cId="0" sldId="258"/>
            <ac:picMk id="12" creationId="{7DE40EDF-B885-D51E-641D-67F649CBBA73}"/>
          </ac:picMkLst>
        </pc:picChg>
      </pc:sldChg>
      <pc:sldChg chg="addSp delSp modSp mod">
        <pc:chgData name="Srujan Gowda KS" userId="e330c3c2cd1e0a77" providerId="LiveId" clId="{C20AF72D-2827-4EEC-A919-2EEA1406D1C0}" dt="2026-10-15T19:59:06.981" v="9" actId="478"/>
        <pc:sldMkLst>
          <pc:docMk/>
          <pc:sldMk cId="0" sldId="264"/>
        </pc:sldMkLst>
        <pc:spChg chg="del">
          <ac:chgData name="Srujan Gowda KS" userId="e330c3c2cd1e0a77" providerId="LiveId" clId="{C20AF72D-2827-4EEC-A919-2EEA1406D1C0}" dt="2026-10-15T19:59:06.981" v="9" actId="478"/>
          <ac:spMkLst>
            <pc:docMk/>
            <pc:sldMk cId="0" sldId="264"/>
            <ac:spMk id="11" creationId="{00000000-0000-0000-0000-000000000000}"/>
          </ac:spMkLst>
        </pc:spChg>
        <pc:picChg chg="del">
          <ac:chgData name="Srujan Gowda KS" userId="e330c3c2cd1e0a77" providerId="LiveId" clId="{C20AF72D-2827-4EEC-A919-2EEA1406D1C0}" dt="2026-10-15T19:58:31.829" v="0" actId="478"/>
          <ac:picMkLst>
            <pc:docMk/>
            <pc:sldMk cId="0" sldId="264"/>
            <ac:picMk id="10" creationId="{00000000-0000-0000-0000-000000000000}"/>
          </ac:picMkLst>
        </pc:picChg>
        <pc:picChg chg="add mod">
          <ac:chgData name="Srujan Gowda KS" userId="e330c3c2cd1e0a77" providerId="LiveId" clId="{C20AF72D-2827-4EEC-A919-2EEA1406D1C0}" dt="2026-10-15T19:59:01.677" v="8" actId="1076"/>
          <ac:picMkLst>
            <pc:docMk/>
            <pc:sldMk cId="0" sldId="264"/>
            <ac:picMk id="13" creationId="{B05E99C7-47AE-E057-438A-9D10A03E74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537E5-E48C-493F-8914-8514111E3377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F7FBA-4D19-4856-A292-8A4A4CA3A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F7FBA-4D19-4856-A292-8A4A4CA3A1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6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ujangowda07/devops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62C52"/>
          </a:solidFill>
          <a:ln>
            <a:solidFill>
              <a:srgbClr val="16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98280" y="1024128"/>
            <a:ext cx="2084831" cy="2084831"/>
          </a:xfrm>
          <a:prstGeom prst="roundRect">
            <a:avLst/>
          </a:prstGeom>
          <a:solidFill>
            <a:srgbClr val="2F5BFF"/>
          </a:solidFill>
          <a:ln>
            <a:solidFill>
              <a:srgbClr val="2F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00616" y="1414707"/>
            <a:ext cx="1170432" cy="1170432"/>
          </a:xfrm>
          <a:prstGeom prst="round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06840" y="3886200"/>
            <a:ext cx="2057400" cy="292608"/>
          </a:xfrm>
          <a:prstGeom prst="roundRect">
            <a:avLst/>
          </a:prstGeom>
          <a:solidFill>
            <a:srgbClr val="253E69"/>
          </a:solidFill>
          <a:ln>
            <a:solidFill>
              <a:srgbClr val="25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06840" y="4407408"/>
            <a:ext cx="1664208" cy="292608"/>
          </a:xfrm>
          <a:prstGeom prst="roundRect">
            <a:avLst/>
          </a:prstGeom>
          <a:solidFill>
            <a:srgbClr val="253E69"/>
          </a:solidFill>
          <a:ln>
            <a:solidFill>
              <a:srgbClr val="25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06840" y="4928616"/>
            <a:ext cx="1874519" cy="292608"/>
          </a:xfrm>
          <a:prstGeom prst="roundRect">
            <a:avLst/>
          </a:prstGeom>
          <a:solidFill>
            <a:srgbClr val="253E69"/>
          </a:solidFill>
          <a:ln>
            <a:solidFill>
              <a:srgbClr val="253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658368"/>
            <a:ext cx="41148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4BBE1"/>
                </a:solidFill>
                <a:latin typeface="Aptos"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325880"/>
            <a:ext cx="7223760" cy="8686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CloudPulse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67712"/>
            <a:ext cx="676656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CCDAF4"/>
                </a:solidFill>
                <a:latin typeface="Aptos"/>
              </a:rPr>
              <a:t>Cloud Infrastructure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3108960"/>
            <a:ext cx="658368" cy="54864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447288"/>
            <a:ext cx="65836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A unified view of resources, estimated spend, and incidents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754880"/>
            <a:ext cx="612648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Srujan Gowda KS  •  24BCS10339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166360"/>
            <a:ext cx="64922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4C5E2"/>
                </a:solidFill>
                <a:latin typeface="Aptos"/>
              </a:rPr>
              <a:t>BSc Computer Science  |  Scaler School 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172355"/>
            <a:ext cx="685800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sz="1600" b="1" dirty="0">
                <a:solidFill>
                  <a:srgbClr val="00B0F0"/>
                </a:solidFill>
                <a:latin typeface="Aptos"/>
              </a:rPr>
              <a:t>GitHub: </a:t>
            </a:r>
            <a:r>
              <a:rPr lang="en-US" sz="1600" b="1" dirty="0">
                <a:solidFill>
                  <a:srgbClr val="00B0F0"/>
                </a:solidFill>
                <a:latin typeface="Apto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https://github.com/srujangowda07/devops-project</a:t>
            </a:r>
            <a:endParaRPr sz="1600" b="1" dirty="0">
              <a:solidFill>
                <a:srgbClr val="00B0F0"/>
              </a:solidFill>
              <a:latin typeface="Aptos"/>
            </a:endParaRPr>
          </a:p>
        </p:txBody>
      </p:sp>
      <p:pic>
        <p:nvPicPr>
          <p:cNvPr id="17" name="Graphic 16" descr="Partial sun outline">
            <a:extLst>
              <a:ext uri="{FF2B5EF4-FFF2-40B4-BE49-F238E27FC236}">
                <a16:creationId xmlns:a16="http://schemas.microsoft.com/office/drawing/2014/main" id="{25C0DB0D-368A-FC0A-517B-A1386C653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3495" y="1414707"/>
            <a:ext cx="914400" cy="914400"/>
          </a:xfrm>
          <a:prstGeom prst="rect">
            <a:avLst/>
          </a:prstGeom>
        </p:spPr>
      </p:pic>
      <p:pic>
        <p:nvPicPr>
          <p:cNvPr id="22" name="Graphic 21" descr="Cloud with solid fill">
            <a:extLst>
              <a:ext uri="{FF2B5EF4-FFF2-40B4-BE49-F238E27FC236}">
                <a16:creationId xmlns:a16="http://schemas.microsoft.com/office/drawing/2014/main" id="{320A3FD1-BD08-5224-F1C1-1446F6FF7D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3495" y="1699913"/>
            <a:ext cx="738488" cy="738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The problem and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Cloud resources and operational issues can be hard to follow in one 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36208" y="1874519"/>
            <a:ext cx="52578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257800" cy="109728"/>
          </a:xfrm>
          <a:prstGeom prst="rect">
            <a:avLst/>
          </a:prstGeom>
          <a:solidFill>
            <a:srgbClr val="E7704D"/>
          </a:solidFill>
          <a:ln>
            <a:solidFill>
              <a:srgbClr val="E7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1874519"/>
            <a:ext cx="5257800" cy="109728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212848"/>
            <a:ext cx="44805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11F3A"/>
                </a:solidFill>
                <a:latin typeface="Aptos"/>
              </a:rPr>
              <a:t>THE CHALLENGE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807208"/>
            <a:ext cx="82296" cy="502920"/>
          </a:xfrm>
          <a:prstGeom prst="roundRect">
            <a:avLst/>
          </a:prstGeom>
          <a:solidFill>
            <a:srgbClr val="E7704D"/>
          </a:solidFill>
          <a:ln>
            <a:solidFill>
              <a:srgbClr val="E7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788920"/>
            <a:ext cx="43251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Scattered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72384"/>
            <a:ext cx="432511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Resource status, provider, region, and estimated cost need a clear overview.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813048"/>
            <a:ext cx="82296" cy="502920"/>
          </a:xfrm>
          <a:prstGeom prst="roundRect">
            <a:avLst/>
          </a:prstGeom>
          <a:solidFill>
            <a:srgbClr val="E7704D"/>
          </a:solidFill>
          <a:ln>
            <a:solidFill>
              <a:srgbClr val="E77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794760"/>
            <a:ext cx="43251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Incidents are easy to miss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78224"/>
            <a:ext cx="432511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Operational issues need a visible place to be recorded and reviewed.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12848"/>
            <a:ext cx="44805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11F3A"/>
                </a:solidFill>
                <a:latin typeface="Aptos"/>
              </a:rPr>
              <a:t>THE CLOUDPULSE APPROACH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807208"/>
            <a:ext cx="82296" cy="502920"/>
          </a:xfrm>
          <a:prstGeom prst="round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2788920"/>
            <a:ext cx="43251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Unified 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072384"/>
            <a:ext cx="432511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One dashboard lists registered resources and their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813048"/>
            <a:ext cx="82296" cy="502920"/>
          </a:xfrm>
          <a:prstGeom prst="round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39128" y="3794760"/>
            <a:ext cx="432511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Incident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4078224"/>
            <a:ext cx="432511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Open incidents and estimated monthly spend appear alongside inventory.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344C"/>
                </a:solidFill>
                <a:latin typeface="Aptos"/>
              </a:rPr>
              <a:t>Important: costs shown in the app are estimates entered for tracked resources, not live cloud billing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The CloudPulse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The interface brings inventory, estimated spend, resource status, and incidents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10908792" cy="4434840"/>
          </a:xfrm>
          <a:prstGeom prst="roundRect">
            <a:avLst/>
          </a:prstGeom>
          <a:solidFill>
            <a:srgbClr val="EFF3F9"/>
          </a:solidFill>
          <a:ln w="6350">
            <a:solidFill>
              <a:srgbClr val="EF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90472"/>
            <a:ext cx="10908792" cy="4663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E40EDF-B885-D51E-641D-67F649CB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032" y="1551259"/>
            <a:ext cx="8538887" cy="4541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A simple, layered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Each part has a clear job, so the app can be developed and run as separate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91440" cy="1325880"/>
          </a:xfrm>
          <a:prstGeom prst="rect">
            <a:avLst/>
          </a:prstGeom>
          <a:solidFill>
            <a:srgbClr val="2F5BFF"/>
          </a:solidFill>
          <a:ln>
            <a:solidFill>
              <a:srgbClr val="2F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514600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F5BFF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43784"/>
            <a:ext cx="2103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React + 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2331720"/>
            <a:ext cx="91440" cy="1325880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2514600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9B9B"/>
                </a:solidFill>
                <a:latin typeface="Aptos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843784"/>
            <a:ext cx="2103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FastAPI / 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31720"/>
            <a:ext cx="24231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331720"/>
            <a:ext cx="91440" cy="1325880"/>
          </a:xfrm>
          <a:prstGeom prst="rect">
            <a:avLst/>
          </a:prstGeom>
          <a:solidFill>
            <a:srgbClr val="7E53D6"/>
          </a:solidFill>
          <a:ln>
            <a:solidFill>
              <a:srgbClr val="7E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514600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E53D6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843784"/>
            <a:ext cx="210312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PostgreSQL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331720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2331720"/>
            <a:ext cx="91440" cy="1325880"/>
          </a:xfrm>
          <a:prstGeom prst="rect">
            <a:avLst/>
          </a:prstGeom>
          <a:solidFill>
            <a:srgbClr val="CB8019"/>
          </a:solidFill>
          <a:ln>
            <a:solidFill>
              <a:srgbClr val="CB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2514600"/>
            <a:ext cx="2011679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B8019"/>
                </a:solidFill>
                <a:latin typeface="Aptos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843784"/>
            <a:ext cx="2011679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F3A"/>
                </a:solidFill>
                <a:latin typeface="Aptos"/>
              </a:rPr>
              <a:t>Docker / CI/CD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2926080"/>
            <a:ext cx="256032" cy="54864"/>
          </a:xfrm>
          <a:prstGeom prst="rect">
            <a:avLst/>
          </a:prstGeom>
          <a:solidFill>
            <a:srgbClr val="9BA9BE"/>
          </a:solidFill>
          <a:ln>
            <a:solidFill>
              <a:srgbClr val="9B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hevron 24"/>
          <p:cNvSpPr/>
          <p:nvPr/>
        </p:nvSpPr>
        <p:spPr>
          <a:xfrm>
            <a:off x="3319272" y="2798064"/>
            <a:ext cx="201168" cy="310896"/>
          </a:xfrm>
          <a:prstGeom prst="chevron">
            <a:avLst/>
          </a:prstGeom>
          <a:solidFill>
            <a:srgbClr val="9BA9BE"/>
          </a:solidFill>
          <a:ln>
            <a:solidFill>
              <a:srgbClr val="9B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71032" y="2926080"/>
            <a:ext cx="256032" cy="54864"/>
          </a:xfrm>
          <a:prstGeom prst="rect">
            <a:avLst/>
          </a:prstGeom>
          <a:solidFill>
            <a:srgbClr val="9BA9BE"/>
          </a:solidFill>
          <a:ln>
            <a:solidFill>
              <a:srgbClr val="9B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hevron 26"/>
          <p:cNvSpPr/>
          <p:nvPr/>
        </p:nvSpPr>
        <p:spPr>
          <a:xfrm>
            <a:off x="6108192" y="2798064"/>
            <a:ext cx="201168" cy="310896"/>
          </a:xfrm>
          <a:prstGeom prst="chevron">
            <a:avLst/>
          </a:prstGeom>
          <a:solidFill>
            <a:srgbClr val="9BA9BE"/>
          </a:solidFill>
          <a:ln>
            <a:solidFill>
              <a:srgbClr val="9B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59952" y="2926080"/>
            <a:ext cx="256032" cy="54864"/>
          </a:xfrm>
          <a:prstGeom prst="rect">
            <a:avLst/>
          </a:prstGeom>
          <a:solidFill>
            <a:srgbClr val="9BA9BE"/>
          </a:solidFill>
          <a:ln>
            <a:solidFill>
              <a:srgbClr val="9B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evron 28"/>
          <p:cNvSpPr/>
          <p:nvPr/>
        </p:nvSpPr>
        <p:spPr>
          <a:xfrm>
            <a:off x="8897112" y="2798064"/>
            <a:ext cx="201168" cy="310896"/>
          </a:xfrm>
          <a:prstGeom prst="chevron">
            <a:avLst/>
          </a:prstGeom>
          <a:solidFill>
            <a:srgbClr val="9BA9BE"/>
          </a:solidFill>
          <a:ln>
            <a:solidFill>
              <a:srgbClr val="9BA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" y="4224528"/>
            <a:ext cx="10652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8" y="44074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F5BFF"/>
                </a:solidFill>
                <a:latin typeface="Aptos"/>
              </a:rPr>
              <a:t>REQUEST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361688"/>
            <a:ext cx="8183879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344C"/>
                </a:solidFill>
                <a:latin typeface="Aptos"/>
              </a:rPr>
              <a:t>The browser calls the API; the API reads or updates records in PostgreSQL. Docker Compose runs the services together for local development.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650992"/>
            <a:ext cx="105156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778F"/>
                </a:solidFill>
                <a:latin typeface="Aptos"/>
              </a:rPr>
              <a:t>Deployment and monitoring tools support delivery and operations; they do not make the inventory a live cloud-provider feed.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Tools chosen for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A practical stack that covers the application and its delivery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375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877824"/>
          </a:xfrm>
          <a:prstGeom prst="rect">
            <a:avLst/>
          </a:prstGeom>
          <a:solidFill>
            <a:srgbClr val="2F5BFF"/>
          </a:solidFill>
          <a:ln>
            <a:solidFill>
              <a:srgbClr val="2F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F3A"/>
                </a:solidFill>
                <a:latin typeface="Aptos"/>
              </a:rPr>
              <a:t>React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299923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8778F"/>
                </a:solidFill>
                <a:latin typeface="Aptos"/>
              </a:rPr>
              <a:t>Builds a responsive browser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3375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73152" cy="877824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93852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F3A"/>
                </a:solidFill>
                <a:latin typeface="Aptos"/>
              </a:rPr>
              <a:t>FastAPI +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212848"/>
            <a:ext cx="299923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8778F"/>
                </a:solidFill>
                <a:latin typeface="Aptos"/>
              </a:rPr>
              <a:t>Provides API endpoints and interactive API docs.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3375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73152" cy="877824"/>
          </a:xfrm>
          <a:prstGeom prst="rect">
            <a:avLst/>
          </a:prstGeom>
          <a:solidFill>
            <a:srgbClr val="7E53D6"/>
          </a:solidFill>
          <a:ln>
            <a:solidFill>
              <a:srgbClr val="7E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85632" y="193852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F3A"/>
                </a:solidFill>
                <a:latin typeface="Aptos"/>
              </a:rPr>
              <a:t>PostgreSQL + SQLAlchemy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212848"/>
            <a:ext cx="299923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8778F"/>
                </a:solidFill>
                <a:latin typeface="Aptos"/>
              </a:rPr>
              <a:t>Stores application records in a relational database.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26080"/>
            <a:ext cx="33375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73152" cy="877824"/>
          </a:xfrm>
          <a:prstGeom prst="rect">
            <a:avLst/>
          </a:prstGeom>
          <a:solidFill>
            <a:srgbClr val="CB8019"/>
          </a:solidFill>
          <a:ln>
            <a:solidFill>
              <a:srgbClr val="CB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03580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F3A"/>
                </a:solidFill>
                <a:latin typeface="Aptos"/>
              </a:rPr>
              <a:t>Docker 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310128"/>
            <a:ext cx="299923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8778F"/>
                </a:solidFill>
                <a:latin typeface="Aptos"/>
              </a:rPr>
              <a:t>Starts the frontend, backend, database, and migration service together.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2926080"/>
            <a:ext cx="33375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80" y="2926080"/>
            <a:ext cx="73152" cy="877824"/>
          </a:xfrm>
          <a:prstGeom prst="rect">
            <a:avLst/>
          </a:prstGeom>
          <a:solidFill>
            <a:srgbClr val="23915F"/>
          </a:solidFill>
          <a:ln>
            <a:solidFill>
              <a:srgbClr val="23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90872" y="303580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F3A"/>
                </a:solidFill>
                <a:latin typeface="Aptos"/>
              </a:rPr>
              <a:t>GitHub Actions + Trivy + GHCR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3310128"/>
            <a:ext cx="299923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8778F"/>
                </a:solidFill>
                <a:latin typeface="Aptos"/>
              </a:rPr>
              <a:t>Automates checks, scans images, and publishes container images.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926080"/>
            <a:ext cx="33375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2926080"/>
            <a:ext cx="73152" cy="877824"/>
          </a:xfrm>
          <a:prstGeom prst="rect">
            <a:avLst/>
          </a:prstGeom>
          <a:solidFill>
            <a:srgbClr val="4176B5"/>
          </a:solidFill>
          <a:ln>
            <a:solidFill>
              <a:srgbClr val="417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303580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F3A"/>
                </a:solidFill>
                <a:latin typeface="Aptos"/>
              </a:rPr>
              <a:t>Terraform + Kubernetes + Helm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310128"/>
            <a:ext cx="299923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8778F"/>
                </a:solidFill>
                <a:latin typeface="Aptos"/>
              </a:rPr>
              <a:t>Defines infrastructure and packages app deployment configuration.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023360"/>
            <a:ext cx="333756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4023360"/>
            <a:ext cx="73152" cy="877824"/>
          </a:xfrm>
          <a:prstGeom prst="rect">
            <a:avLst/>
          </a:prstGeom>
          <a:solidFill>
            <a:srgbClr val="C95770"/>
          </a:solidFill>
          <a:ln>
            <a:solidFill>
              <a:srgbClr val="C95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13308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F3A"/>
                </a:solidFill>
                <a:latin typeface="Aptos"/>
              </a:rPr>
              <a:t>Prometheus + Grafana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4407408"/>
            <a:ext cx="299923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8778F"/>
                </a:solidFill>
                <a:latin typeface="Aptos"/>
              </a:rPr>
              <a:t>Provides metrics collection and dashboard visualization configuration.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4023360"/>
            <a:ext cx="7132320" cy="877824"/>
          </a:xfrm>
          <a:prstGeom prst="roundRect">
            <a:avLst/>
          </a:prstGeom>
          <a:solidFill>
            <a:srgbClr val="EBF1FF"/>
          </a:solidFill>
          <a:ln w="6350">
            <a:solidFill>
              <a:srgbClr val="EB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4160520"/>
            <a:ext cx="662940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6344C"/>
                </a:solidFill>
                <a:latin typeface="Aptos"/>
              </a:rPr>
              <a:t>Why this stack? It keeps the web app, data layer, testing, packaging, security checks, and deployment configuration clearly separated.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5376672"/>
            <a:ext cx="1060704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778F"/>
                </a:solidFill>
                <a:latin typeface="Aptos"/>
              </a:rPr>
              <a:t>Alternatives exist (for example, Django or Flask for the API), but this project uses FastAPI for a lightweight API and built-in interactive documentation.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LOCAL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Running the app with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The screenshot shows images built and the application services created for the local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10908792" cy="4434840"/>
          </a:xfrm>
          <a:prstGeom prst="roundRect">
            <a:avLst/>
          </a:prstGeom>
          <a:solidFill>
            <a:srgbClr val="EFF3F9"/>
          </a:solidFill>
          <a:ln w="6350">
            <a:solidFill>
              <a:srgbClr val="EF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522476"/>
            <a:ext cx="10908792" cy="49697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014CA4-A7D2-37AB-FE29-75188865E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07" y="1641053"/>
            <a:ext cx="9964777" cy="22951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1A6CD8-1BAE-F74B-3515-42E753BD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947" y="3927348"/>
            <a:ext cx="9964777" cy="2414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Automated CI/CD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The GitHub Actions workflow shows tests, builds, security scanning, validation, and image publishing.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10908792" cy="4434840"/>
          </a:xfrm>
          <a:prstGeom prst="roundRect">
            <a:avLst/>
          </a:prstGeom>
          <a:solidFill>
            <a:srgbClr val="EFF3F9"/>
          </a:solidFill>
          <a:ln w="6350">
            <a:solidFill>
              <a:srgbClr val="EF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719072"/>
            <a:ext cx="10908792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(20261015-19212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68963"/>
            <a:ext cx="10543032" cy="35350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6199632"/>
            <a:ext cx="107899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778F"/>
                </a:solidFill>
                <a:latin typeface="Aptos"/>
              </a:rPr>
              <a:t>Evidence shown: all visible workflow jobs completed successfully, including Trivy scanning and publishing images to GHCR.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Kubernetes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Helm reports a deployed release, and the screenshot shows the status of application and monitoring pods.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10908792" cy="4434840"/>
          </a:xfrm>
          <a:prstGeom prst="roundRect">
            <a:avLst/>
          </a:prstGeom>
          <a:solidFill>
            <a:srgbClr val="EFF3F9"/>
          </a:solidFill>
          <a:ln w="6350">
            <a:solidFill>
              <a:srgbClr val="EF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719072"/>
            <a:ext cx="10908792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(20261015-1921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877" y="1901952"/>
            <a:ext cx="6911197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6199632"/>
            <a:ext cx="107899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8778F"/>
                </a:solidFill>
                <a:latin typeface="Aptos"/>
              </a:rPr>
              <a:t>Evidence shown: CloudPulse release deployed in the cloudpulse namespace. The migration pod is shown as 0/1 at capture time; not every pod is 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Monitoring dashboard configured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Grafana contains a CloudPulse observability dashboard entry for application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10908792" cy="4434840"/>
          </a:xfrm>
          <a:prstGeom prst="roundRect">
            <a:avLst/>
          </a:prstGeom>
          <a:solidFill>
            <a:srgbClr val="EFF3F9"/>
          </a:solidFill>
          <a:ln w="6350">
            <a:solidFill>
              <a:srgbClr val="EF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719072"/>
            <a:ext cx="10908792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5E99C7-47AE-E057-438A-9D10A03E7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202346"/>
            <a:ext cx="10789920" cy="35780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5029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CLOUDPULSE  / 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11F3A"/>
                </a:solidFill>
                <a:latin typeface="Aptos"/>
              </a:rPr>
              <a:t>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78F"/>
                </a:solidFill>
                <a:latin typeface="Aptos"/>
              </a:rPr>
              <a:t>The provided test output shows API lifecycle and metrics endpoint checks passing.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621792" cy="50292"/>
          </a:xfrm>
          <a:prstGeom prst="rect">
            <a:avLst/>
          </a:prstGeom>
          <a:solidFill>
            <a:srgbClr val="009B9B"/>
          </a:solidFill>
          <a:ln>
            <a:solidFill>
              <a:srgbClr val="00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8778F"/>
                </a:solidFill>
                <a:latin typeface="Aptos"/>
              </a:rPr>
              <a:t>Srujan Gowda KS  •  24BCS10339  •  Scaler School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92240"/>
            <a:ext cx="8229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8778F"/>
                </a:solidFill>
                <a:latin typeface="Aptos"/>
              </a:rP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10908792" cy="4434840"/>
          </a:xfrm>
          <a:prstGeom prst="roundRect">
            <a:avLst/>
          </a:prstGeom>
          <a:solidFill>
            <a:srgbClr val="EFF3F9"/>
          </a:solidFill>
          <a:ln w="6350">
            <a:solidFill>
              <a:srgbClr val="EF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719072"/>
            <a:ext cx="10908792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AC83A0-6B39-0120-B6B2-712D798AE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76" y="1874520"/>
            <a:ext cx="7879371" cy="4128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690</Words>
  <Application>Microsoft Office PowerPoint</Application>
  <PresentationFormat>Widescreen</PresentationFormat>
  <Paragraphs>93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Srujan Gowda KS</dc:creator>
  <cp:keywords/>
  <dc:description>generated using python-pptx</dc:description>
  <cp:lastModifiedBy>Srujan Gowda KS</cp:lastModifiedBy>
  <cp:revision>2</cp:revision>
  <dcterms:created xsi:type="dcterms:W3CDTF">2013-01-27T09:14:16Z</dcterms:created>
  <dcterms:modified xsi:type="dcterms:W3CDTF">2026-10-15T20:00:11Z</dcterms:modified>
  <cp:category/>
</cp:coreProperties>
</file>